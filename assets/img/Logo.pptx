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35"/>
  </p:normalViewPr>
  <p:slideViewPr>
    <p:cSldViewPr snapToGrid="0">
      <p:cViewPr>
        <p:scale>
          <a:sx n="220" d="100"/>
          <a:sy n="220" d="100"/>
        </p:scale>
        <p:origin x="-2608" y="-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03808-D931-1FE1-8709-B33EFAB35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524E2-39A0-58FF-CCC0-9064E0D0A6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84A2F-5A8B-9E65-5EC8-4755607C9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8D28F-B179-0145-B17D-2A5643842497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C6DB6-EF1B-B697-9D87-694F289D9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574D3-426B-5FD1-B604-014A287EE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02D33-BF9A-1242-8CBD-E456454B9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120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8702D-EDB6-D6D5-08B2-AC1F1BF9E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DC4C7-AF9D-D576-8967-52413EF51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82A89-A68D-8B62-0927-1C3045B2F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8D28F-B179-0145-B17D-2A5643842497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3A842-BF83-E018-9200-8A664AA5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6FB17-C068-AF46-363A-76C66AD44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02D33-BF9A-1242-8CBD-E456454B9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53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BC698-3953-1A82-C6AE-DB6956EE7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5E60A-A744-BEBC-ABE4-A12EE4F4C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2A51D-93F3-DB33-4CDC-E4EBE98BB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8D28F-B179-0145-B17D-2A5643842497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3879D-C5D2-3DCF-5881-B3EE8281A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E8F08-6D48-5DAF-0751-ECA572D84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02D33-BF9A-1242-8CBD-E456454B9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885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7174E-B120-13FC-AC66-A0F12C2A3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E1227-13C6-EA49-B970-9A9966956D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52AFD6-DE91-A620-0042-A8A10EEFE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A079D-6BF9-EE43-B16A-304CFD9E7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8D28F-B179-0145-B17D-2A5643842497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3926D-B6F7-26C2-5E12-12365BE63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FDC349-DCF2-FD2D-DA70-D3BEEAFE1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02D33-BF9A-1242-8CBD-E456454B9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94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6E803-8373-9469-F5E7-59A29B249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22B75-9B4A-9853-BEEF-392DE0215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52B898-891D-CCC8-5A54-3046EC0CE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074DC2-EC81-AE4C-A7BA-30ADAB59D4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2C4E9E-3573-AC71-D630-CB1F5F73D5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A6F695-0C6A-858F-298A-BCE6D9E9D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8D28F-B179-0145-B17D-2A5643842497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EA5ECE-F86C-9F16-921A-B1C8C5187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9EB4C6-41D2-6AFF-2E00-E14E7C50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02D33-BF9A-1242-8CBD-E456454B9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561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23109-FD56-0240-5CB3-3E3B8B6D8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84CCBE-7DFE-15BC-C4C1-3C030CBB2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8D28F-B179-0145-B17D-2A5643842497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09DBC6-7552-ED02-024F-44C32C24C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9638B-9CBC-8D74-7FAF-D263C5809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02D33-BF9A-1242-8CBD-E456454B9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394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4CCE22-98CD-DF06-55CF-D240C2EDD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8D28F-B179-0145-B17D-2A5643842497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819592-4F29-7F43-A829-67602E9DA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0B0BD-E8E8-E952-E581-20F4AF966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02D33-BF9A-1242-8CBD-E456454B9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375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A5F74-DD4A-F143-69DF-02923C343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5D263-8F70-8759-BD3A-D4834733B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71B176-15D2-9605-DB10-E0FCC326D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E3C126-D0FB-67BD-2257-4FF9B616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8D28F-B179-0145-B17D-2A5643842497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E3806C-880D-4866-121F-2388E1ADA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661AFE-1F30-1C7F-C539-F23516487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02D33-BF9A-1242-8CBD-E456454B9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98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AA877-FEBE-A005-F7E3-C097F3999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53653B-08CD-80B6-6EC5-4C1F561905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19FE4E-8CC1-6B6E-15DF-10F3C0471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F272B-E6AF-2C38-3284-7B95D7865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8D28F-B179-0145-B17D-2A5643842497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C0AC81-28CE-1DCE-89FF-782F56B11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EF4BF-5E6F-54E0-BD3D-5BA176CFF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02D33-BF9A-1242-8CBD-E456454B9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37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F86FA-986D-87BE-2645-8A3C2A154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C810D8-A3DD-875C-6B71-C60F99EE6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8C174-0754-3DAD-E964-A9AB84A80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8D28F-B179-0145-B17D-2A5643842497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63DB8-C715-61C1-6489-1A558A91E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C93AD-71C1-C068-0123-9261B293A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02D33-BF9A-1242-8CBD-E456454B9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246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BFE89D-B838-A13C-AEE3-EE7C6BAE3B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DD2473-0785-204D-380B-A35638A26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BE6D9-96E0-985C-237D-16D829D9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8D28F-B179-0145-B17D-2A5643842497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2488E-7E0D-F7C5-5603-47A99ADC9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4C9EC-1D7D-4CDA-722D-C9D3B0E07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02D33-BF9A-1242-8CBD-E456454B9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473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AB30EB-BF50-8888-2782-B088EC664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A041F-25A9-65C5-8EE0-356385D84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56BBD-9A7C-5135-C009-7782CAB6CE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88D28F-B179-0145-B17D-2A5643842497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FE28B-8669-B7B3-FA1C-D7A73B1E0D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D6505-165B-00C6-2677-C0F76FA720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02D33-BF9A-1242-8CBD-E456454B9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04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Block Arc 40">
            <a:extLst>
              <a:ext uri="{FF2B5EF4-FFF2-40B4-BE49-F238E27FC236}">
                <a16:creationId xmlns:a16="http://schemas.microsoft.com/office/drawing/2014/main" id="{6A453F0D-591E-9E29-2269-2B939D6185EF}"/>
              </a:ext>
            </a:extLst>
          </p:cNvPr>
          <p:cNvSpPr>
            <a:spLocks noChangeAspect="1"/>
          </p:cNvSpPr>
          <p:nvPr/>
        </p:nvSpPr>
        <p:spPr>
          <a:xfrm>
            <a:off x="2802986" y="882453"/>
            <a:ext cx="3060000" cy="3060000"/>
          </a:xfrm>
          <a:prstGeom prst="blockArc">
            <a:avLst>
              <a:gd name="adj1" fmla="val 11448402"/>
              <a:gd name="adj2" fmla="val 20755271"/>
              <a:gd name="adj3" fmla="val 965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Block Arc 41">
            <a:extLst>
              <a:ext uri="{FF2B5EF4-FFF2-40B4-BE49-F238E27FC236}">
                <a16:creationId xmlns:a16="http://schemas.microsoft.com/office/drawing/2014/main" id="{AAB0BDC2-90D9-D382-B554-F406CAE56710}"/>
              </a:ext>
            </a:extLst>
          </p:cNvPr>
          <p:cNvSpPr>
            <a:spLocks noChangeAspect="1"/>
          </p:cNvSpPr>
          <p:nvPr/>
        </p:nvSpPr>
        <p:spPr>
          <a:xfrm rot="10800000">
            <a:off x="2739655" y="719721"/>
            <a:ext cx="3060000" cy="3060000"/>
          </a:xfrm>
          <a:prstGeom prst="blockArc">
            <a:avLst>
              <a:gd name="adj1" fmla="val 11448402"/>
              <a:gd name="adj2" fmla="val 20776446"/>
              <a:gd name="adj3" fmla="val 9561"/>
            </a:avLst>
          </a:prstGeom>
          <a:gradFill flip="none" rotWithShape="1">
            <a:gsLst>
              <a:gs pos="100000">
                <a:schemeClr val="bg1">
                  <a:lumMod val="85000"/>
                  <a:alpha val="0"/>
                </a:schemeClr>
              </a:gs>
              <a:gs pos="0">
                <a:schemeClr val="tx1"/>
              </a:gs>
              <a:gs pos="25000">
                <a:schemeClr val="tx1">
                  <a:alpha val="84418"/>
                </a:schemeClr>
              </a:gs>
              <a:gs pos="73000">
                <a:schemeClr val="tx1">
                  <a:lumMod val="65000"/>
                  <a:lumOff val="35000"/>
                  <a:alpha val="33718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Triangle 42">
            <a:extLst>
              <a:ext uri="{FF2B5EF4-FFF2-40B4-BE49-F238E27FC236}">
                <a16:creationId xmlns:a16="http://schemas.microsoft.com/office/drawing/2014/main" id="{8A8DDB09-6DBF-D7D6-9915-2E6933BD19BD}"/>
              </a:ext>
            </a:extLst>
          </p:cNvPr>
          <p:cNvSpPr/>
          <p:nvPr/>
        </p:nvSpPr>
        <p:spPr>
          <a:xfrm rot="21154562">
            <a:off x="2638208" y="2239060"/>
            <a:ext cx="622302" cy="51126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riangle 43">
            <a:extLst>
              <a:ext uri="{FF2B5EF4-FFF2-40B4-BE49-F238E27FC236}">
                <a16:creationId xmlns:a16="http://schemas.microsoft.com/office/drawing/2014/main" id="{85014294-82AC-C623-4E9A-A9FB8EE12D41}"/>
              </a:ext>
            </a:extLst>
          </p:cNvPr>
          <p:cNvSpPr/>
          <p:nvPr/>
        </p:nvSpPr>
        <p:spPr>
          <a:xfrm rot="10280440">
            <a:off x="5369834" y="2002089"/>
            <a:ext cx="622302" cy="51126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Notched Right Arrow 26">
            <a:extLst>
              <a:ext uri="{FF2B5EF4-FFF2-40B4-BE49-F238E27FC236}">
                <a16:creationId xmlns:a16="http://schemas.microsoft.com/office/drawing/2014/main" id="{7FFF2618-887B-0059-81B5-0BD62BEA943A}"/>
              </a:ext>
            </a:extLst>
          </p:cNvPr>
          <p:cNvSpPr/>
          <p:nvPr/>
        </p:nvSpPr>
        <p:spPr>
          <a:xfrm rot="11088411">
            <a:off x="5450040" y="3227176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  <p:sp>
        <p:nvSpPr>
          <p:cNvPr id="6" name="Notched Right Arrow 13">
            <a:extLst>
              <a:ext uri="{FF2B5EF4-FFF2-40B4-BE49-F238E27FC236}">
                <a16:creationId xmlns:a16="http://schemas.microsoft.com/office/drawing/2014/main" id="{E9EF5F24-6093-E1FA-136C-667CA39B4BE6}"/>
              </a:ext>
            </a:extLst>
          </p:cNvPr>
          <p:cNvSpPr/>
          <p:nvPr/>
        </p:nvSpPr>
        <p:spPr>
          <a:xfrm rot="1173524">
            <a:off x="5661577" y="3118522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  <p:sp>
        <p:nvSpPr>
          <p:cNvPr id="7" name="Notched Right Arrow 14">
            <a:extLst>
              <a:ext uri="{FF2B5EF4-FFF2-40B4-BE49-F238E27FC236}">
                <a16:creationId xmlns:a16="http://schemas.microsoft.com/office/drawing/2014/main" id="{7F2F1610-ED7F-6C16-BB58-47A390DC10B7}"/>
              </a:ext>
            </a:extLst>
          </p:cNvPr>
          <p:cNvSpPr/>
          <p:nvPr/>
        </p:nvSpPr>
        <p:spPr>
          <a:xfrm>
            <a:off x="5442349" y="3049607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  <p:sp>
        <p:nvSpPr>
          <p:cNvPr id="8" name="Notched Right Arrow 20">
            <a:extLst>
              <a:ext uri="{FF2B5EF4-FFF2-40B4-BE49-F238E27FC236}">
                <a16:creationId xmlns:a16="http://schemas.microsoft.com/office/drawing/2014/main" id="{2AF329F9-BF36-E9ED-A141-EA43A81DC0D8}"/>
              </a:ext>
            </a:extLst>
          </p:cNvPr>
          <p:cNvSpPr/>
          <p:nvPr/>
        </p:nvSpPr>
        <p:spPr>
          <a:xfrm rot="8792864">
            <a:off x="4909385" y="3214964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  <p:sp>
        <p:nvSpPr>
          <p:cNvPr id="9" name="Notched Right Arrow 21">
            <a:extLst>
              <a:ext uri="{FF2B5EF4-FFF2-40B4-BE49-F238E27FC236}">
                <a16:creationId xmlns:a16="http://schemas.microsoft.com/office/drawing/2014/main" id="{F5441E25-DFAC-2667-4722-086293E31034}"/>
              </a:ext>
            </a:extLst>
          </p:cNvPr>
          <p:cNvSpPr/>
          <p:nvPr/>
        </p:nvSpPr>
        <p:spPr>
          <a:xfrm rot="10255559">
            <a:off x="4432915" y="3563712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  <p:sp>
        <p:nvSpPr>
          <p:cNvPr id="10" name="Notched Right Arrow 22">
            <a:extLst>
              <a:ext uri="{FF2B5EF4-FFF2-40B4-BE49-F238E27FC236}">
                <a16:creationId xmlns:a16="http://schemas.microsoft.com/office/drawing/2014/main" id="{3822F1D7-AA47-B512-794F-8571F362381C}"/>
              </a:ext>
            </a:extLst>
          </p:cNvPr>
          <p:cNvSpPr/>
          <p:nvPr/>
        </p:nvSpPr>
        <p:spPr>
          <a:xfrm rot="10800000">
            <a:off x="5784768" y="2803749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  <p:sp>
        <p:nvSpPr>
          <p:cNvPr id="11" name="Notched Right Arrow 23">
            <a:extLst>
              <a:ext uri="{FF2B5EF4-FFF2-40B4-BE49-F238E27FC236}">
                <a16:creationId xmlns:a16="http://schemas.microsoft.com/office/drawing/2014/main" id="{4275C41C-B6D7-B7BB-8CC3-D20339C62B71}"/>
              </a:ext>
            </a:extLst>
          </p:cNvPr>
          <p:cNvSpPr/>
          <p:nvPr/>
        </p:nvSpPr>
        <p:spPr>
          <a:xfrm rot="12006012">
            <a:off x="4769790" y="3545560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  <p:sp>
        <p:nvSpPr>
          <p:cNvPr id="12" name="Notched Right Arrow 25">
            <a:extLst>
              <a:ext uri="{FF2B5EF4-FFF2-40B4-BE49-F238E27FC236}">
                <a16:creationId xmlns:a16="http://schemas.microsoft.com/office/drawing/2014/main" id="{706D1E24-E20C-D233-17B7-AF340AFBFA33}"/>
              </a:ext>
            </a:extLst>
          </p:cNvPr>
          <p:cNvSpPr/>
          <p:nvPr/>
        </p:nvSpPr>
        <p:spPr>
          <a:xfrm rot="2514844">
            <a:off x="5537092" y="2938022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  <p:sp>
        <p:nvSpPr>
          <p:cNvPr id="13" name="Notched Right Arrow 27">
            <a:extLst>
              <a:ext uri="{FF2B5EF4-FFF2-40B4-BE49-F238E27FC236}">
                <a16:creationId xmlns:a16="http://schemas.microsoft.com/office/drawing/2014/main" id="{AEBF4A48-56F2-9D96-4CE7-2C007EF02977}"/>
              </a:ext>
            </a:extLst>
          </p:cNvPr>
          <p:cNvSpPr/>
          <p:nvPr/>
        </p:nvSpPr>
        <p:spPr>
          <a:xfrm rot="19148420">
            <a:off x="5056039" y="2579841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  <p:sp>
        <p:nvSpPr>
          <p:cNvPr id="17" name="Notched Right Arrow 19">
            <a:extLst>
              <a:ext uri="{FF2B5EF4-FFF2-40B4-BE49-F238E27FC236}">
                <a16:creationId xmlns:a16="http://schemas.microsoft.com/office/drawing/2014/main" id="{B8299D4D-6B49-3B9B-2822-D93FAFDF9B40}"/>
              </a:ext>
            </a:extLst>
          </p:cNvPr>
          <p:cNvSpPr/>
          <p:nvPr/>
        </p:nvSpPr>
        <p:spPr>
          <a:xfrm>
            <a:off x="5112903" y="2788384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  <p:sp>
        <p:nvSpPr>
          <p:cNvPr id="18" name="Notched Right Arrow 19">
            <a:extLst>
              <a:ext uri="{FF2B5EF4-FFF2-40B4-BE49-F238E27FC236}">
                <a16:creationId xmlns:a16="http://schemas.microsoft.com/office/drawing/2014/main" id="{ECCBFD4E-7722-1B99-3E0C-D512910377E3}"/>
              </a:ext>
            </a:extLst>
          </p:cNvPr>
          <p:cNvSpPr/>
          <p:nvPr/>
        </p:nvSpPr>
        <p:spPr>
          <a:xfrm rot="1704560">
            <a:off x="5215294" y="3160470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  <p:sp>
        <p:nvSpPr>
          <p:cNvPr id="19" name="Notched Right Arrow 19">
            <a:extLst>
              <a:ext uri="{FF2B5EF4-FFF2-40B4-BE49-F238E27FC236}">
                <a16:creationId xmlns:a16="http://schemas.microsoft.com/office/drawing/2014/main" id="{97DDAD45-1A22-909C-84B7-9BFE484B276A}"/>
              </a:ext>
            </a:extLst>
          </p:cNvPr>
          <p:cNvSpPr/>
          <p:nvPr/>
        </p:nvSpPr>
        <p:spPr>
          <a:xfrm rot="293653">
            <a:off x="5083894" y="2996166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  <p:sp>
        <p:nvSpPr>
          <p:cNvPr id="20" name="Notched Right Arrow 19">
            <a:extLst>
              <a:ext uri="{FF2B5EF4-FFF2-40B4-BE49-F238E27FC236}">
                <a16:creationId xmlns:a16="http://schemas.microsoft.com/office/drawing/2014/main" id="{1A828D0E-4927-4874-8485-0F4E4B7E1BF1}"/>
              </a:ext>
            </a:extLst>
          </p:cNvPr>
          <p:cNvSpPr/>
          <p:nvPr/>
        </p:nvSpPr>
        <p:spPr>
          <a:xfrm rot="12153995">
            <a:off x="5441910" y="2376994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  <p:sp>
        <p:nvSpPr>
          <p:cNvPr id="21" name="Notched Right Arrow 19">
            <a:extLst>
              <a:ext uri="{FF2B5EF4-FFF2-40B4-BE49-F238E27FC236}">
                <a16:creationId xmlns:a16="http://schemas.microsoft.com/office/drawing/2014/main" id="{E2A731DA-9393-8A04-B608-F572B40FDC75}"/>
              </a:ext>
            </a:extLst>
          </p:cNvPr>
          <p:cNvSpPr/>
          <p:nvPr/>
        </p:nvSpPr>
        <p:spPr>
          <a:xfrm rot="12851020">
            <a:off x="5880929" y="2668213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  <p:sp>
        <p:nvSpPr>
          <p:cNvPr id="22" name="Notched Right Arrow 19">
            <a:extLst>
              <a:ext uri="{FF2B5EF4-FFF2-40B4-BE49-F238E27FC236}">
                <a16:creationId xmlns:a16="http://schemas.microsoft.com/office/drawing/2014/main" id="{9F21E4A4-686B-5D1A-4879-309AF43DED47}"/>
              </a:ext>
            </a:extLst>
          </p:cNvPr>
          <p:cNvSpPr/>
          <p:nvPr/>
        </p:nvSpPr>
        <p:spPr>
          <a:xfrm rot="9995959">
            <a:off x="4949582" y="3351926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  <p:sp>
        <p:nvSpPr>
          <p:cNvPr id="23" name="Notched Right Arrow 19">
            <a:extLst>
              <a:ext uri="{FF2B5EF4-FFF2-40B4-BE49-F238E27FC236}">
                <a16:creationId xmlns:a16="http://schemas.microsoft.com/office/drawing/2014/main" id="{756CEF0F-4BF9-9080-CB32-C7F34DF17972}"/>
              </a:ext>
            </a:extLst>
          </p:cNvPr>
          <p:cNvSpPr/>
          <p:nvPr/>
        </p:nvSpPr>
        <p:spPr>
          <a:xfrm rot="10415219">
            <a:off x="5665240" y="2593499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  <p:sp>
        <p:nvSpPr>
          <p:cNvPr id="24" name="Notched Right Arrow 19">
            <a:extLst>
              <a:ext uri="{FF2B5EF4-FFF2-40B4-BE49-F238E27FC236}">
                <a16:creationId xmlns:a16="http://schemas.microsoft.com/office/drawing/2014/main" id="{56E22119-3564-B348-F3BC-845B0B688172}"/>
              </a:ext>
            </a:extLst>
          </p:cNvPr>
          <p:cNvSpPr/>
          <p:nvPr/>
        </p:nvSpPr>
        <p:spPr>
          <a:xfrm rot="10515078">
            <a:off x="5522232" y="2488870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  <p:sp>
        <p:nvSpPr>
          <p:cNvPr id="25" name="Notched Right Arrow 19">
            <a:extLst>
              <a:ext uri="{FF2B5EF4-FFF2-40B4-BE49-F238E27FC236}">
                <a16:creationId xmlns:a16="http://schemas.microsoft.com/office/drawing/2014/main" id="{02419A90-C994-913B-ECE4-FAC12F59EB59}"/>
              </a:ext>
            </a:extLst>
          </p:cNvPr>
          <p:cNvSpPr/>
          <p:nvPr/>
        </p:nvSpPr>
        <p:spPr>
          <a:xfrm rot="1895279">
            <a:off x="5312047" y="2373549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  <p:sp>
        <p:nvSpPr>
          <p:cNvPr id="26" name="Notched Right Arrow 26">
            <a:extLst>
              <a:ext uri="{FF2B5EF4-FFF2-40B4-BE49-F238E27FC236}">
                <a16:creationId xmlns:a16="http://schemas.microsoft.com/office/drawing/2014/main" id="{711C9569-AF43-A061-DD6C-E9761C23BC9D}"/>
              </a:ext>
            </a:extLst>
          </p:cNvPr>
          <p:cNvSpPr/>
          <p:nvPr/>
        </p:nvSpPr>
        <p:spPr>
          <a:xfrm rot="6681384">
            <a:off x="4659103" y="3428578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  <p:sp>
        <p:nvSpPr>
          <p:cNvPr id="27" name="Notched Right Arrow 26">
            <a:extLst>
              <a:ext uri="{FF2B5EF4-FFF2-40B4-BE49-F238E27FC236}">
                <a16:creationId xmlns:a16="http://schemas.microsoft.com/office/drawing/2014/main" id="{9A9F8426-4886-2FBE-862F-CEC2DF132F95}"/>
              </a:ext>
            </a:extLst>
          </p:cNvPr>
          <p:cNvSpPr/>
          <p:nvPr/>
        </p:nvSpPr>
        <p:spPr>
          <a:xfrm rot="17397659">
            <a:off x="5728364" y="2932659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  <p:sp>
        <p:nvSpPr>
          <p:cNvPr id="28" name="Notched Right Arrow 26">
            <a:extLst>
              <a:ext uri="{FF2B5EF4-FFF2-40B4-BE49-F238E27FC236}">
                <a16:creationId xmlns:a16="http://schemas.microsoft.com/office/drawing/2014/main" id="{C87C1681-E4FF-BC0E-AA6F-ACD3E859E5C5}"/>
              </a:ext>
            </a:extLst>
          </p:cNvPr>
          <p:cNvSpPr/>
          <p:nvPr/>
        </p:nvSpPr>
        <p:spPr>
          <a:xfrm rot="17345505">
            <a:off x="5399473" y="2523407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  <p:sp>
        <p:nvSpPr>
          <p:cNvPr id="29" name="Notched Right Arrow 26">
            <a:extLst>
              <a:ext uri="{FF2B5EF4-FFF2-40B4-BE49-F238E27FC236}">
                <a16:creationId xmlns:a16="http://schemas.microsoft.com/office/drawing/2014/main" id="{8061D876-EBC5-67DC-7581-437C1714C0B5}"/>
              </a:ext>
            </a:extLst>
          </p:cNvPr>
          <p:cNvSpPr/>
          <p:nvPr/>
        </p:nvSpPr>
        <p:spPr>
          <a:xfrm rot="13332896">
            <a:off x="5470731" y="2722437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  <p:sp>
        <p:nvSpPr>
          <p:cNvPr id="30" name="Notched Right Arrow 26">
            <a:extLst>
              <a:ext uri="{FF2B5EF4-FFF2-40B4-BE49-F238E27FC236}">
                <a16:creationId xmlns:a16="http://schemas.microsoft.com/office/drawing/2014/main" id="{ACA46EBA-D2A2-0909-9E84-227D2B6D27E8}"/>
              </a:ext>
            </a:extLst>
          </p:cNvPr>
          <p:cNvSpPr/>
          <p:nvPr/>
        </p:nvSpPr>
        <p:spPr>
          <a:xfrm rot="17423499">
            <a:off x="5051258" y="2368237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  <p:sp>
        <p:nvSpPr>
          <p:cNvPr id="31" name="Notched Right Arrow 26">
            <a:extLst>
              <a:ext uri="{FF2B5EF4-FFF2-40B4-BE49-F238E27FC236}">
                <a16:creationId xmlns:a16="http://schemas.microsoft.com/office/drawing/2014/main" id="{A006D3B9-EB12-92F8-41A7-7A1BD35E7650}"/>
              </a:ext>
            </a:extLst>
          </p:cNvPr>
          <p:cNvSpPr/>
          <p:nvPr/>
        </p:nvSpPr>
        <p:spPr>
          <a:xfrm rot="13332896">
            <a:off x="5228844" y="2675423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  <p:sp>
        <p:nvSpPr>
          <p:cNvPr id="32" name="Notched Right Arrow 26">
            <a:extLst>
              <a:ext uri="{FF2B5EF4-FFF2-40B4-BE49-F238E27FC236}">
                <a16:creationId xmlns:a16="http://schemas.microsoft.com/office/drawing/2014/main" id="{04263E48-1345-B2E4-5218-6C146ABD7062}"/>
              </a:ext>
            </a:extLst>
          </p:cNvPr>
          <p:cNvSpPr/>
          <p:nvPr/>
        </p:nvSpPr>
        <p:spPr>
          <a:xfrm rot="5400000">
            <a:off x="5254602" y="2552221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  <p:sp>
        <p:nvSpPr>
          <p:cNvPr id="33" name="Notched Right Arrow 26">
            <a:extLst>
              <a:ext uri="{FF2B5EF4-FFF2-40B4-BE49-F238E27FC236}">
                <a16:creationId xmlns:a16="http://schemas.microsoft.com/office/drawing/2014/main" id="{88994A07-03CB-63AD-76A1-32E7661488DC}"/>
              </a:ext>
            </a:extLst>
          </p:cNvPr>
          <p:cNvSpPr/>
          <p:nvPr/>
        </p:nvSpPr>
        <p:spPr>
          <a:xfrm rot="14565740">
            <a:off x="5751406" y="2478548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  <p:sp>
        <p:nvSpPr>
          <p:cNvPr id="34" name="Notched Right Arrow 26">
            <a:extLst>
              <a:ext uri="{FF2B5EF4-FFF2-40B4-BE49-F238E27FC236}">
                <a16:creationId xmlns:a16="http://schemas.microsoft.com/office/drawing/2014/main" id="{3E32CFCA-4113-DFAA-9D56-0C9C1F9A39A2}"/>
              </a:ext>
            </a:extLst>
          </p:cNvPr>
          <p:cNvSpPr/>
          <p:nvPr/>
        </p:nvSpPr>
        <p:spPr>
          <a:xfrm rot="17775225">
            <a:off x="5986894" y="2506446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  <p:sp>
        <p:nvSpPr>
          <p:cNvPr id="35" name="Notched Right Arrow 19">
            <a:extLst>
              <a:ext uri="{FF2B5EF4-FFF2-40B4-BE49-F238E27FC236}">
                <a16:creationId xmlns:a16="http://schemas.microsoft.com/office/drawing/2014/main" id="{3E4480E0-6495-B71F-D011-2F2EA22FAE35}"/>
              </a:ext>
            </a:extLst>
          </p:cNvPr>
          <p:cNvSpPr/>
          <p:nvPr/>
        </p:nvSpPr>
        <p:spPr>
          <a:xfrm rot="17954749">
            <a:off x="5638794" y="2756811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  <p:sp>
        <p:nvSpPr>
          <p:cNvPr id="36" name="Notched Right Arrow 19">
            <a:extLst>
              <a:ext uri="{FF2B5EF4-FFF2-40B4-BE49-F238E27FC236}">
                <a16:creationId xmlns:a16="http://schemas.microsoft.com/office/drawing/2014/main" id="{27E1B59C-7442-DB5D-662C-DE9EEC6C26FA}"/>
              </a:ext>
            </a:extLst>
          </p:cNvPr>
          <p:cNvSpPr/>
          <p:nvPr/>
        </p:nvSpPr>
        <p:spPr>
          <a:xfrm rot="7436944">
            <a:off x="5210048" y="3362880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  <p:sp>
        <p:nvSpPr>
          <p:cNvPr id="37" name="Notched Right Arrow 19">
            <a:extLst>
              <a:ext uri="{FF2B5EF4-FFF2-40B4-BE49-F238E27FC236}">
                <a16:creationId xmlns:a16="http://schemas.microsoft.com/office/drawing/2014/main" id="{1D06038A-F32A-6490-56A6-73F770AAF113}"/>
              </a:ext>
            </a:extLst>
          </p:cNvPr>
          <p:cNvSpPr/>
          <p:nvPr/>
        </p:nvSpPr>
        <p:spPr>
          <a:xfrm rot="11645444">
            <a:off x="4977303" y="3515389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  <p:sp>
        <p:nvSpPr>
          <p:cNvPr id="38" name="Notched Right Arrow 19">
            <a:extLst>
              <a:ext uri="{FF2B5EF4-FFF2-40B4-BE49-F238E27FC236}">
                <a16:creationId xmlns:a16="http://schemas.microsoft.com/office/drawing/2014/main" id="{54BA0376-1DAB-0817-29FE-9C6BE955B898}"/>
              </a:ext>
            </a:extLst>
          </p:cNvPr>
          <p:cNvSpPr/>
          <p:nvPr/>
        </p:nvSpPr>
        <p:spPr>
          <a:xfrm rot="14688690">
            <a:off x="5314421" y="2852781"/>
            <a:ext cx="142583" cy="138227"/>
          </a:xfrm>
          <a:prstGeom prst="notchedRightArrow">
            <a:avLst>
              <a:gd name="adj1" fmla="val 28344"/>
              <a:gd name="adj2" fmla="val 125478"/>
            </a:avLst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LM Roman 12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97495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LM Roman 12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Bernd Wurth</dc:creator>
  <cp:lastModifiedBy>Bernd Wurth</cp:lastModifiedBy>
  <cp:revision>2</cp:revision>
  <dcterms:created xsi:type="dcterms:W3CDTF">2026-06-29T17:19:51Z</dcterms:created>
  <dcterms:modified xsi:type="dcterms:W3CDTF">2026-06-29T17:44:45Z</dcterms:modified>
</cp:coreProperties>
</file>